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Onboarding Value Model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HR Onboarding Value Model shows 72% automation readiness with 65% AI confidence. The process appears to be a medium-risk candidate with strong potential for RPA, OCR, and LLM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When a candidate accepts the offer, HR sends welcome email, verifies documents, creates system accounts, routes approvals, and updates payroll - RPA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RPA</a:t>
            </a:r>
          </a:p>
          <a:p>
            <a:pPr/>
            <a:r>
              <a:rPr sz="2000"/>
              <a:t>OCR</a:t>
            </a:r>
          </a:p>
          <a:p>
            <a:pPr/>
            <a:r>
              <a:rPr sz="2000"/>
              <a:t>LLM</a:t>
            </a:r>
          </a:p>
          <a:p>
            <a:pPr/>
            <a:r>
              <a:rPr sz="2000"/>
              <a:t>Workflow</a:t>
            </a:r>
          </a:p>
          <a:p>
            <a:pPr/>
            <a:r>
              <a:rPr sz="2000"/>
              <a:t>Human Approval</a:t>
            </a:r>
          </a:p>
          <a:p>
            <a:pPr/>
            <a:r>
              <a:rPr sz="2000"/>
              <a:t>UiPath</a:t>
            </a:r>
          </a:p>
          <a:p>
            <a:pPr/>
            <a:r>
              <a:rPr sz="2000"/>
              <a:t>Azure OpenAI / OpenAI / Gemini</a:t>
            </a:r>
          </a:p>
          <a:p>
            <a:pPr/>
            <a:r>
              <a:rPr sz="2000"/>
              <a:t>Document Processing</a:t>
            </a:r>
          </a:p>
          <a:p>
            <a:pPr/>
            <a:r>
              <a:rPr sz="2000"/>
              <a:t>Local File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Operational risk from manual dependency</a:t>
            </a:r>
          </a:p>
          <a:p>
            <a:pPr/>
            <a:r>
              <a:rPr sz="2000"/>
              <a:t>Compliance risk if approvals are bypassed</a:t>
            </a:r>
          </a:p>
          <a:p>
            <a:pPr/>
            <a:r>
              <a:rPr sz="2000"/>
              <a:t>Security risk for document handling</a:t>
            </a:r>
          </a:p>
          <a:p>
            <a:pPr/>
            <a:r>
              <a:rPr sz="2000"/>
              <a:t>Model hallucination risk on ambiguous inputs</a:t>
            </a:r>
          </a:p>
          <a:p>
            <a:pPr/>
            <a:r>
              <a:rPr sz="2000"/>
              <a:t>Business continuity risk if systems are unavailable</a:t>
            </a:r>
          </a:p>
          <a:p>
            <a:pPr/>
            <a:r>
              <a:rPr sz="2000"/>
              <a:t>Human approval for high-value cases</a:t>
            </a:r>
          </a:p>
          <a:p>
            <a:pPr/>
            <a:r>
              <a:rPr sz="2000"/>
              <a:t>Audit logs and traceability</a:t>
            </a:r>
          </a:p>
          <a:p>
            <a:pPr/>
            <a:r>
              <a:rPr sz="2000"/>
              <a:t>Confidence thresholds for AI outputs</a:t>
            </a:r>
          </a:p>
          <a:p>
            <a:pPr/>
            <a:r>
              <a:rPr sz="2000"/>
              <a:t>Secure local file storage with access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Hours Saved: 70</a:t>
            </a:r>
          </a:p>
          <a:p>
            <a:pPr/>
            <a:r>
              <a:rPr sz="2000"/>
              <a:t>Quality Improvement: 12</a:t>
            </a:r>
          </a:p>
          <a:p>
            <a:pPr/>
            <a:r>
              <a:rPr sz="2000"/>
              <a:t>Compliance Improvement: 15</a:t>
            </a:r>
          </a:p>
          <a:p>
            <a:pPr/>
            <a:r>
              <a:rPr sz="2000"/>
              <a:t>Customer Satisfaction: 28</a:t>
            </a:r>
          </a:p>
          <a:p>
            <a:pPr/>
            <a:r>
              <a:rPr sz="2000"/>
              <a:t>Accuracy Improvement: 15</a:t>
            </a:r>
          </a:p>
          <a:p>
            <a:pPr/>
            <a:r>
              <a:rPr sz="2000"/>
              <a:t>Risk Reduction: 15</a:t>
            </a:r>
          </a:p>
          <a:p>
            <a:pPr/>
            <a:r>
              <a:rPr sz="2000"/>
              <a:t>Revenue Protection: INR 6 Lakhs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