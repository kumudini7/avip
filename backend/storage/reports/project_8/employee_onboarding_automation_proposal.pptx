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Employee Onboarding Automation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Rule-based analysis produced by AVIP when no provider key is configured.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Automation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This discovery project analyzes the organization's employee onboarding process, including document collection, account provisioning, training enrollment, and approval workflows - AI</a:t>
            </a:r>
          </a:p>
          <a:p>
            <a:pPr/>
            <a:r>
              <a:rPr sz="2000"/>
              <a:t>The objective is to identify repetitive manual tasks, improve onboarding efficiency, reduce processing time, and evaluate the feasibility of implementing workflow automation and AI-powered document verification - Workflow</a:t>
            </a:r>
          </a:p>
          <a:p>
            <a:pPr/>
            <a:r>
              <a:rPr sz="2000"/>
              <a:t>Analyze the current onboarding process to identify manual activities, bottlenecks, and automation - AI</a:t>
            </a:r>
          </a:p>
          <a:p>
            <a:pPr/>
            <a:r>
              <a:rPr sz="2000"/>
              <a:t>Employee uploads required documents (ID, address, education, tax forms, bank details) - RPA</a:t>
            </a:r>
          </a:p>
          <a:p>
            <a:pPr/>
            <a:r>
              <a:rPr sz="2000"/>
              <a:t>HR reviews exceptions and approves - Human Only</a:t>
            </a:r>
          </a:p>
          <a:p>
            <a:pPr/>
            <a:r>
              <a:rPr sz="2000"/>
              <a:t>IT provisions email, laptop, VPN, and application accounts - Workflow</a:t>
            </a:r>
          </a:p>
          <a:p>
            <a:pPr/>
            <a:r>
              <a:rPr sz="2000"/>
              <a:t>Employee onboarding completed and dashboard updated - RPA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RPA</a:t>
            </a:r>
          </a:p>
          <a:p>
            <a:pPr/>
            <a:r>
              <a:rPr sz="2000"/>
              <a:t>OCR</a:t>
            </a:r>
          </a:p>
          <a:p>
            <a:pPr/>
            <a:r>
              <a:rPr sz="2000"/>
              <a:t>LLM</a:t>
            </a:r>
          </a:p>
          <a:p>
            <a:pPr/>
            <a:r>
              <a:rPr sz="2000"/>
              <a:t>Workflow</a:t>
            </a:r>
          </a:p>
          <a:p>
            <a:pPr/>
            <a:r>
              <a:rPr sz="2000"/>
              <a:t>Human Approval</a:t>
            </a:r>
          </a:p>
          <a:p>
            <a:pPr/>
            <a:r>
              <a:rPr sz="2000"/>
              <a:t>UiPath</a:t>
            </a:r>
          </a:p>
          <a:p>
            <a:pPr/>
            <a:r>
              <a:rPr sz="2000"/>
              <a:t>Azure OpenAI / OpenAI / Gemini</a:t>
            </a:r>
          </a:p>
          <a:p>
            <a:pPr/>
            <a:r>
              <a:rPr sz="2000"/>
              <a:t>Document Processing</a:t>
            </a:r>
          </a:p>
          <a:p>
            <a:pPr/>
            <a:r>
              <a:rPr sz="2000"/>
              <a:t>Local File Storage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Operational risk from manual dependency</a:t>
            </a:r>
          </a:p>
          <a:p>
            <a:pPr/>
            <a:r>
              <a:rPr sz="2000"/>
              <a:t>Compliance risk if approvals are bypassed</a:t>
            </a:r>
          </a:p>
          <a:p>
            <a:pPr/>
            <a:r>
              <a:rPr sz="2000"/>
              <a:t>Security risk for document handling</a:t>
            </a:r>
          </a:p>
          <a:p>
            <a:pPr/>
            <a:r>
              <a:rPr sz="2000"/>
              <a:t>Model hallucination risk on ambiguous inputs</a:t>
            </a:r>
          </a:p>
          <a:p>
            <a:pPr/>
            <a:r>
              <a:rPr sz="2000"/>
              <a:t>Business continuity risk if systems are unavailable</a:t>
            </a:r>
          </a:p>
          <a:p>
            <a:pPr/>
            <a:r>
              <a:rPr sz="2000"/>
              <a:t>Human approval for high-value cases</a:t>
            </a:r>
          </a:p>
          <a:p>
            <a:pPr/>
            <a:r>
              <a:rPr sz="2000"/>
              <a:t>Audit logs and traceability</a:t>
            </a:r>
          </a:p>
          <a:p>
            <a:pPr/>
            <a:r>
              <a:rPr sz="2000"/>
              <a:t>Confidence thresholds for AI outputs</a:t>
            </a:r>
          </a:p>
          <a:p>
            <a:pPr/>
            <a:r>
              <a:rPr sz="2000"/>
              <a:t>Secure local file storage with access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Hours Saved: 398</a:t>
            </a:r>
          </a:p>
          <a:p>
            <a:pPr/>
            <a:r>
              <a:rPr sz="2000"/>
              <a:t>Risk Reduction: 13</a:t>
            </a:r>
          </a:p>
          <a:p>
            <a:pPr/>
            <a:r>
              <a:rPr sz="2000"/>
              <a:t>Revenue Protection: INR 14 Lakhs</a:t>
            </a:r>
          </a:p>
          <a:p>
            <a:pPr/>
            <a:r>
              <a:rPr sz="2000"/>
              <a:t>Quality Improvement: 20</a:t>
            </a:r>
          </a:p>
          <a:p>
            <a:pPr/>
            <a:r>
              <a:rPr sz="2000"/>
              <a:t>Accuracy Improvement: 25</a:t>
            </a:r>
          </a:p>
          <a:p>
            <a:pPr/>
            <a:r>
              <a:rPr sz="2000"/>
              <a:t>Customer Satisfaction: 28</a:t>
            </a:r>
          </a:p>
          <a:p>
            <a:pPr/>
            <a:r>
              <a:rPr sz="2000"/>
              <a:t>Compliance Improvement: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